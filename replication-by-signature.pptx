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15cca5b8a42fe" /><Relationship Type="http://schemas.openxmlformats.org/officeDocument/2006/relationships/extended-properties" Target="/docProps/app.xml" Id="Rf1ef4ac0fc5c41a6" /><Relationship Type="http://schemas.openxmlformats.org/officeDocument/2006/relationships/officeDocument" Target="/ppt/presentation.xml" Id="Re0bcdf4a3183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036daaf6e6498b"/>
  </p:sldMasterIdLst>
  <p:notesMasterIdLst>
    <p:notesMasterId xmlns:r="http://schemas.openxmlformats.org/officeDocument/2006/relationships" r:id="Rff507d5ef7b644ae"/>
  </p:notesMasterIdLst>
  <p:sldIdLst>
    <p:sldId xmlns:r="http://schemas.openxmlformats.org/officeDocument/2006/relationships" id="256" r:id="R8a14b9b32d1549d6"/>
    <p:sldId xmlns:r="http://schemas.openxmlformats.org/officeDocument/2006/relationships" id="257" r:id="R17b7b00415a84562"/>
    <p:sldId xmlns:r="http://schemas.openxmlformats.org/officeDocument/2006/relationships" id="258" r:id="R59149d69a5f64824"/>
    <p:sldId xmlns:r="http://schemas.openxmlformats.org/officeDocument/2006/relationships" id="259" r:id="Rea697f7d37d74076"/>
    <p:sldId xmlns:r="http://schemas.openxmlformats.org/officeDocument/2006/relationships" id="260" r:id="R7bb53500cbdf4aa6"/>
    <p:sldId xmlns:r="http://schemas.openxmlformats.org/officeDocument/2006/relationships" id="261" r:id="Rc593f15af4904ccf"/>
    <p:sldId xmlns:r="http://schemas.openxmlformats.org/officeDocument/2006/relationships" id="262" r:id="Rcf32c81512aa4f10"/>
    <p:sldId xmlns:r="http://schemas.openxmlformats.org/officeDocument/2006/relationships" id="263" r:id="Rf231f5a322434004"/>
    <p:sldId xmlns:r="http://schemas.openxmlformats.org/officeDocument/2006/relationships" id="264" r:id="R85c6f59332f24c99"/>
    <p:sldId xmlns:r="http://schemas.openxmlformats.org/officeDocument/2006/relationships" id="265" r:id="R1e068d3f8a8c4548"/>
    <p:sldId xmlns:r="http://schemas.openxmlformats.org/officeDocument/2006/relationships" id="266" r:id="Rfa43078226614c53"/>
    <p:sldId xmlns:r="http://schemas.openxmlformats.org/officeDocument/2006/relationships" id="267" r:id="Rcc359a785eaf40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cedc339df4e76" /><Relationship Type="http://schemas.openxmlformats.org/officeDocument/2006/relationships/slideMaster" Target="/ppt/slideMasters/slideMaster1.xml" Id="Re7036daaf6e6498b" /><Relationship Type="http://schemas.openxmlformats.org/officeDocument/2006/relationships/notesMaster" Target="/ppt/notesMasters/notesMaster1.xml" Id="Rff507d5ef7b644ae" /><Relationship Type="http://schemas.openxmlformats.org/officeDocument/2006/relationships/presProps" Target="/ppt/presProps.xml" Id="R0c2f8a85ce7f4f2b" /><Relationship Type="http://schemas.openxmlformats.org/officeDocument/2006/relationships/tableStyles" Target="/ppt/tableStyles.xml" Id="R34558316e61e486e" /><Relationship Type="http://schemas.openxmlformats.org/officeDocument/2006/relationships/slide" Target="/ppt/slides/slide1.xml" Id="R8a14b9b32d1549d6" /><Relationship Type="http://schemas.openxmlformats.org/officeDocument/2006/relationships/slide" Target="/ppt/slides/slide2.xml" Id="R17b7b00415a84562" /><Relationship Type="http://schemas.openxmlformats.org/officeDocument/2006/relationships/slide" Target="/ppt/slides/slide3.xml" Id="R59149d69a5f64824" /><Relationship Type="http://schemas.openxmlformats.org/officeDocument/2006/relationships/slide" Target="/ppt/slides/slide4.xml" Id="Rea697f7d37d74076" /><Relationship Type="http://schemas.openxmlformats.org/officeDocument/2006/relationships/slide" Target="/ppt/slides/slide5.xml" Id="R7bb53500cbdf4aa6" /><Relationship Type="http://schemas.openxmlformats.org/officeDocument/2006/relationships/slide" Target="/ppt/slides/slide6.xml" Id="Rc593f15af4904ccf" /><Relationship Type="http://schemas.openxmlformats.org/officeDocument/2006/relationships/slide" Target="/ppt/slides/slide7.xml" Id="Rcf32c81512aa4f10" /><Relationship Type="http://schemas.openxmlformats.org/officeDocument/2006/relationships/slide" Target="/ppt/slides/slide8.xml" Id="Rf231f5a322434004" /><Relationship Type="http://schemas.openxmlformats.org/officeDocument/2006/relationships/slide" Target="/ppt/slides/slide9.xml" Id="R85c6f59332f24c99" /><Relationship Type="http://schemas.openxmlformats.org/officeDocument/2006/relationships/slide" Target="/ppt/slides/slide10.xml" Id="R1e068d3f8a8c4548" /><Relationship Type="http://schemas.openxmlformats.org/officeDocument/2006/relationships/slide" Target="/ppt/slides/slide11.xml" Id="Rfa43078226614c53" /><Relationship Type="http://schemas.openxmlformats.org/officeDocument/2006/relationships/slide" Target="/ppt/slides/slide12.xml" Id="Rcc359a785eaf40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d5d2c4c102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b8af551294ad4" /><Relationship Type="http://schemas.openxmlformats.org/officeDocument/2006/relationships/notesMaster" Target="/ppt/notesMasters/notesMaster1.xml" Id="R0a561bec10da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23302d0a240e7" /><Relationship Type="http://schemas.openxmlformats.org/officeDocument/2006/relationships/notesMaster" Target="/ppt/notesMasters/notesMaster1.xml" Id="Rdbbd2f710670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54d1092b9c4f99" /><Relationship Type="http://schemas.openxmlformats.org/officeDocument/2006/relationships/notesMaster" Target="/ppt/notesMasters/notesMaster1.xml" Id="R2bf1d24f28094f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6c4879f7ab43b2" /><Relationship Type="http://schemas.openxmlformats.org/officeDocument/2006/relationships/notesMaster" Target="/ppt/notesMasters/notesMaster1.xml" Id="Rbf5938609b5d42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395cf1a31423e" /><Relationship Type="http://schemas.openxmlformats.org/officeDocument/2006/relationships/notesMaster" Target="/ppt/notesMasters/notesMaster1.xml" Id="R1a64219580f1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fb876cf4a946e6" /><Relationship Type="http://schemas.openxmlformats.org/officeDocument/2006/relationships/notesMaster" Target="/ppt/notesMasters/notesMaster1.xml" Id="Rd2cf2b43ad30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1252dbd72474f" /><Relationship Type="http://schemas.openxmlformats.org/officeDocument/2006/relationships/notesMaster" Target="/ppt/notesMasters/notesMaster1.xml" Id="Rff8f1ca8bb5441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077ffcfae4e07" /><Relationship Type="http://schemas.openxmlformats.org/officeDocument/2006/relationships/notesMaster" Target="/ppt/notesMasters/notesMaster1.xml" Id="R6574c86d75e54a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6d0e5834f14df7" /><Relationship Type="http://schemas.openxmlformats.org/officeDocument/2006/relationships/notesMaster" Target="/ppt/notesMasters/notesMaster1.xml" Id="R29305ec38b4d42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9912d23d9d41a6" /><Relationship Type="http://schemas.openxmlformats.org/officeDocument/2006/relationships/notesMaster" Target="/ppt/notesMasters/notesMaster1.xml" Id="R629f4ba34e4949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31194eeb2a4c13" /><Relationship Type="http://schemas.openxmlformats.org/officeDocument/2006/relationships/notesMaster" Target="/ppt/notesMasters/notesMaster1.xml" Id="R5475f83fbd6143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5db0c5b0a748fb" /><Relationship Type="http://schemas.openxmlformats.org/officeDocument/2006/relationships/notesMaster" Target="/ppt/notesMasters/notesMaster1.xml" Id="R4f069ddea4ee45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Conceptual flow based on the supplied system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e629a8f2d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17da1e6994ffd" /><Relationship Type="http://schemas.openxmlformats.org/officeDocument/2006/relationships/slideLayout" Target="/ppt/slideLayouts/slideLayout1.xml" Id="Rd2d5db4160b84e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5db4160b84e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f342689744da1" /><Relationship Type="http://schemas.openxmlformats.org/officeDocument/2006/relationships/notesSlide" Target="/ppt/notesSlides/notesSlide1.xml" Id="R0e6cb2994ac045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8cdd4e9e844e1" /><Relationship Type="http://schemas.openxmlformats.org/officeDocument/2006/relationships/notesSlide" Target="/ppt/notesSlides/notesSlide2.xml" Id="Rdccf2968ee5d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292c5c1648c2" /><Relationship Type="http://schemas.openxmlformats.org/officeDocument/2006/relationships/notesSlide" Target="/ppt/notesSlides/notesSlide3.xml" Id="R33cf615f3147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5b122f1674a8b" /><Relationship Type="http://schemas.openxmlformats.org/officeDocument/2006/relationships/notesSlide" Target="/ppt/notesSlides/notesSlide4.xml" Id="R2418eeeb5eaa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66fcaaba94fa2" /><Relationship Type="http://schemas.openxmlformats.org/officeDocument/2006/relationships/notesSlide" Target="/ppt/notesSlides/notesSlide5.xml" Id="Rc63b7f818f6f46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ccd056c904e14" /><Relationship Type="http://schemas.openxmlformats.org/officeDocument/2006/relationships/notesSlide" Target="/ppt/notesSlides/notesSlide6.xml" Id="Rb212a89ea76e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268ac45a1418e" /><Relationship Type="http://schemas.openxmlformats.org/officeDocument/2006/relationships/notesSlide" Target="/ppt/notesSlides/notesSlide7.xml" Id="R69aeead32ba9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98120b9d24fa2" /><Relationship Type="http://schemas.openxmlformats.org/officeDocument/2006/relationships/hyperlink" Target="ppaction://hlinksldjump?slideindex=9" TargetMode="External" Id="R10f0ae47013847c9" /><Relationship Type="http://schemas.openxmlformats.org/officeDocument/2006/relationships/hyperlink" Target="ppaction://hlinksldjump?slideindex=10" TargetMode="External" Id="R02766b7bbe8b4c3a" /><Relationship Type="http://schemas.openxmlformats.org/officeDocument/2006/relationships/hyperlink" Target="ppaction://hlinksldjump?slideindex=11" TargetMode="External" Id="R998da77dfdf4469e" /><Relationship Type="http://schemas.openxmlformats.org/officeDocument/2006/relationships/notesSlide" Target="/ppt/notesSlides/notesSlide8.xml" Id="R8b5e23b13a8a49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c3dccd854506" /><Relationship Type="http://schemas.openxmlformats.org/officeDocument/2006/relationships/hyperlink" Target="ppaction://hlinksldjump?slideindex=8" TargetMode="External" Id="R9f29084c0f564492" /><Relationship Type="http://schemas.openxmlformats.org/officeDocument/2006/relationships/notesSlide" Target="/ppt/notesSlides/notesSlide9.xml" Id="R19f8814ac5734f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dc3199b8840ec" /><Relationship Type="http://schemas.openxmlformats.org/officeDocument/2006/relationships/hyperlink" Target="ppaction://hlinksldjump?slideindex=8" TargetMode="External" Id="R942177dab5de4348" /><Relationship Type="http://schemas.openxmlformats.org/officeDocument/2006/relationships/notesSlide" Target="/ppt/notesSlides/notesSlide10.xml" Id="R961500a0105d44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07e4c2804566" /><Relationship Type="http://schemas.openxmlformats.org/officeDocument/2006/relationships/hyperlink" Target="ppaction://hlinksldjump?slideindex=8" TargetMode="External" Id="Rb7708ae6d6fe44b3" /><Relationship Type="http://schemas.openxmlformats.org/officeDocument/2006/relationships/notesSlide" Target="/ppt/notesSlides/notesSlide11.xml" Id="Re09a964f35c841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f6bd4c2484c2f" /><Relationship Type="http://schemas.openxmlformats.org/officeDocument/2006/relationships/notesSlide" Target="/ppt/notesSlides/notesSlide12.xml" Id="R16223f42266e4d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036E6E-2809-48AF-AEA4-BF7EF4E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REPLICATION, REDUCED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77BF201-7373-4198-9190-25BA747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23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One signature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can bring a host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in sync.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C58C3F2-4DCA-4168-91FD-29DC8FB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</a:defRPr>
            </a:pPr>
            <a:r>
              <a:rPr sz="1650" b="0">
                <a:solidFill>
                  <a:srgbClr val="5F6670"/>
                </a:solidFill>
              </a:rPr>
              <a:t>A shim fetches the signed layer. The host inflates only what it chose to publish. The core takes over seamlessly.</a:t>
            </a:r>
          </a:p>
        </p:txBody>
      </p:sp>
      <p:sp>
        <p:nvSpPr>
          <p:cNvPr id="4" name="signature-tile">
            <a:extLst xmlns:a="http://schemas.openxmlformats.org/drawingml/2006/main">
              <a:ext uri="{FF2B5EF4-FFF2-40B4-BE49-F238E27FC236}">
                <a16:creationId xmlns:a16="http://schemas.microsoft.com/office/drawing/2014/main" id="{BA2ECDBA-9AA2-47E5-A26F-FAC3F3E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476500" cy="4095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4AB0C5-3310-467B-8BB3-195112A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900" b="1">
                <a:solidFill>
                  <a:srgbClr val="6DCBF4"/>
                </a:solidFill>
              </a:defRPr>
            </a:pPr>
            <a:r>
              <a:rPr sz="9900" b="1">
                <a:solidFill>
                  <a:srgbClr val="6DCBF4"/>
                </a:solidFill>
              </a:rPr>
              <a:t>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525F3A1-A666-4C82-8935-9EB58890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small signal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B079F0-2901-43D1-B772-4234D547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91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9CDD3"/>
                </a:solidFill>
              </a:defRPr>
            </a:pPr>
            <a:r>
              <a:rPr sz="1350" b="0">
                <a:solidFill>
                  <a:srgbClr val="C9CDD3"/>
                </a:solidFill>
              </a:rPr>
              <a:t>complete arrival</a:t>
            </a:r>
          </a:p>
        </p:txBody>
      </p:sp>
    </p:spTree>
    <p:extLst>
      <p:ext uri="{BB962C8B-B14F-4D97-AF65-F5344CB8AC3E}">
        <p14:creationId xmlns:p14="http://schemas.microsoft.com/office/powerpoint/2010/main" val="330981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A6B511C-72D0-4852-9291-2A2C83A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2075E19-0516-41B0-9528-F8F00801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signature is the handoff; the layer is the payload.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9C40D-3F4C-4F71-B620-E6C624DD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29CCE-7C0A-4E94-A30F-EA143357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209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EF3F-6B17-43B9-A982-843A67C6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209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Origin host">
            <a:extLst xmlns:a="http://schemas.openxmlformats.org/drawingml/2006/main">
              <a:ext uri="{FF2B5EF4-FFF2-40B4-BE49-F238E27FC236}">
                <a16:creationId xmlns:a16="http://schemas.microsoft.com/office/drawing/2014/main" id="{6E359EA3-EF60-4310-854C-FC720012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D86051-9500-4686-8651-CB85507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Origin host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4E5B88-4E90-41DB-9CC5-F3A6593D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content + signature</a:t>
            </a:r>
          </a:p>
        </p:txBody>
      </p:sp>
      <p:sp>
        <p:nvSpPr>
          <p:cNvPr id="9" name="Shim">
            <a:extLst xmlns:a="http://schemas.openxmlformats.org/drawingml/2006/main">
              <a:ext uri="{FF2B5EF4-FFF2-40B4-BE49-F238E27FC236}">
                <a16:creationId xmlns:a16="http://schemas.microsoft.com/office/drawing/2014/main" id="{62338BA9-3BDB-4344-9C56-1843E67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D15FDD-E194-4FD4-BA66-76125248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Shim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42D09E-2F87-4803-9E49-96ABA5C8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2422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resolves domains</a:t>
            </a:r>
          </a:p>
        </p:txBody>
      </p:sp>
      <p:sp>
        <p:nvSpPr>
          <p:cNvPr id="12" name="New host">
            <a:extLst xmlns:a="http://schemas.openxmlformats.org/drawingml/2006/main">
              <a:ext uri="{FF2B5EF4-FFF2-40B4-BE49-F238E27FC236}">
                <a16:creationId xmlns:a16="http://schemas.microsoft.com/office/drawing/2014/main" id="{14F502A7-D3B0-45F7-8152-65BD91A9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62250"/>
            <a:ext cx="2333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B9E29C-BDA7-4FAD-9FC2-60EF65C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5275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New host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4BC426-CCD1-4265-A6EC-28F8018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242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inflates + runs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C188DF-7198-4814-A112-67CE4FE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σ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1CA6640-727E-4111-8813-BEA13D5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layer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22FC08-E07A-4E24-9EBC-EAB8DEC7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F6670"/>
                </a:solidFill>
              </a:defRPr>
            </a:pPr>
            <a:r>
              <a:rPr sz="1950" b="0">
                <a:solidFill>
                  <a:srgbClr val="5F6670"/>
                </a:solidFill>
              </a:rPr>
              <a:t>The coordination object stays tiny. Content moves only after the signature is understood.</a:t>
            </a:r>
          </a:p>
        </p:txBody>
      </p:sp>
    </p:spTree>
    <p:extLst>
      <p:ext uri="{BB962C8B-B14F-4D97-AF65-F5344CB8AC3E}">
        <p14:creationId xmlns:p14="http://schemas.microsoft.com/office/powerpoint/2010/main" val="11940767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C1D777-2B10-4474-AA28-4C37D66F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0843FB-6455-4DD1-BDA2-BA7B6AFA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First, send the signature—not the whole server.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D18A8-85DF-475E-B283-CD4CB99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D38BA1D-DF16-4819-B13A-C29CE1A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F7DF45-47D6-4A65-8A40-B454F79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52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6DCBF4"/>
                </a:solidFill>
              </a:defRPr>
            </a:pPr>
            <a:r>
              <a:rPr sz="8400" b="1">
                <a:solidFill>
                  <a:srgbClr val="6DCBF4"/>
                </a:solidFill>
              </a:rPr>
              <a:t>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B806D9-CAFF-460C-BA23-C61072C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EE6E96-BC8D-4D53-8D1B-33E518F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52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D768A4-AE27-4799-A310-F5DBBAB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81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Layer address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6ABED3-4F5E-4980-908C-B12190D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10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Policy / hive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E2F632-C3EF-40B7-B106-CE8BE92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signature tells the receiver what to trust, what to request, and how to reconstruct the selected package.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3A9AE6-67B4-4FD6-8882-21621634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Small enough to pass around. Specific enough to drive deterministic retrieval.</a:t>
            </a:r>
          </a:p>
        </p:txBody>
      </p:sp>
    </p:spTree>
    <p:extLst>
      <p:ext uri="{BB962C8B-B14F-4D97-AF65-F5344CB8AC3E}">
        <p14:creationId xmlns:p14="http://schemas.microsoft.com/office/powerpoint/2010/main" val="348740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00AD6DD-1227-4D02-8EEE-301E0EFA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88CCE7-274E-4ED3-8CF7-3500ADA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shim knows where the layer can be fetched.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D860C-AF8D-4A38-834C-B4B80BAD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him">
            <a:extLst xmlns:a="http://schemas.openxmlformats.org/drawingml/2006/main">
              <a:ext uri="{FF2B5EF4-FFF2-40B4-BE49-F238E27FC236}">
                <a16:creationId xmlns:a16="http://schemas.microsoft.com/office/drawing/2014/main" id="{A4DCFCE5-7747-4B26-8D87-CD9FE6E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EC0858-8710-4685-ADF1-78EFD85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Shim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B29F8D-95F3-4C93-90A1-40B7AD63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8475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domain-aware resolver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A0BC2-C2DC-4766-9D80-40DC619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14625"/>
            <a:ext cx="1809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domain A">
            <a:extLst xmlns:a="http://schemas.openxmlformats.org/drawingml/2006/main">
              <a:ext uri="{FF2B5EF4-FFF2-40B4-BE49-F238E27FC236}">
                <a16:creationId xmlns:a16="http://schemas.microsoft.com/office/drawing/2014/main" id="{4D6C6B4E-ADE1-4144-9FCA-9B5AB72F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6E82E9-C753-495E-8DB7-8C1662C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domain 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0278BA-1845-46F5-8BB3-361D980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527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signed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5B191-C584-4596-B69B-847BE94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90875"/>
            <a:ext cx="180975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2" name="domain B">
            <a:extLst xmlns:a="http://schemas.openxmlformats.org/drawingml/2006/main">
              <a:ext uri="{FF2B5EF4-FFF2-40B4-BE49-F238E27FC236}">
                <a16:creationId xmlns:a16="http://schemas.microsoft.com/office/drawing/2014/main" id="{C58E1888-1A7F-4952-B804-775FBD5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151668-A868-4881-8113-C4466694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domain 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812050C-89F3-4C3F-A2ED-FC313696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434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signed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B459E-2955-4674-B166-45A9D639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15240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16" name="peer cache">
            <a:extLst xmlns:a="http://schemas.openxmlformats.org/drawingml/2006/main">
              <a:ext uri="{FF2B5EF4-FFF2-40B4-BE49-F238E27FC236}">
                <a16:creationId xmlns:a16="http://schemas.microsoft.com/office/drawing/2014/main" id="{6272A163-E488-4BC1-9826-01CC7DF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2ACF783-CD17-42F7-86AD-80566B6F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8125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peer cache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5E6972-6C68-4B53-A293-F8622BA8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527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signed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B746D-32E7-40EF-8638-5342584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152400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20" name="origin">
            <a:extLst xmlns:a="http://schemas.openxmlformats.org/drawingml/2006/main">
              <a:ext uri="{FF2B5EF4-FFF2-40B4-BE49-F238E27FC236}">
                <a16:creationId xmlns:a16="http://schemas.microsoft.com/office/drawing/2014/main" id="{696BAECF-5647-4E31-98B8-C9655883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81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A6AF127-F298-401A-9BAB-C1F64981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720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origin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1B0BA3C-2D25-4176-8558-6ACF8BB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434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signed source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57F8B81-2A31-46DA-8E26-06E38047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Resolve → verify → fetch</a:t>
            </a:r>
          </a:p>
        </p:txBody>
      </p:sp>
    </p:spTree>
    <p:extLst>
      <p:ext uri="{BB962C8B-B14F-4D97-AF65-F5344CB8AC3E}">
        <p14:creationId xmlns:p14="http://schemas.microsoft.com/office/powerpoint/2010/main" val="14559859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38F1BCF-1331-4245-BFDB-0765D7F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D130C7B-D4C8-4EAC-8A91-15E05A7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Inflation turns one signed layer into runnable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A35D0-BF91-4E61-B874-EF135BA4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F38C0-52B0-4589-8905-C9A9D4A5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86125"/>
            <a:ext cx="742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922741A5-895C-491E-B702-3603D3F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90DE02-7BA2-4B57-BA05-969C94C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622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BD3F7C-38DF-4461-9C14-92D3B264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Verify 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671D-42BC-4954-AC68-3032B436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742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773353F-C217-4D19-9BA6-07B8D6D8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97AE43B-3DCE-4D55-B70D-870BB02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D0FEA4-EC06-4DEA-B7C8-0A4C818F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Fetch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878DB-1802-4BD3-AEF5-9B730EF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86125"/>
            <a:ext cx="742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8FDD50A-F38C-403D-AB73-2FD4E44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87C17A4-2C76-4F48-8A0A-064B9C94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622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BA5B33-21BA-4E2B-BE34-EDB5D3E3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Inflate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CAB48-4B10-4A83-B39E-26706424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86125"/>
            <a:ext cx="742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FC1BBC4-7774-434C-A2D6-C19FB272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406088-6C8E-4099-A2FB-67942FF5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622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9E6B2DB-A87A-494C-946C-7FA6D6D7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Fetch content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D73C8CC4-9BD5-4640-A1DC-6541AB7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717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87A7929-F5BB-40B9-A912-4F67151F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7622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7FB43AE-84D2-4E4D-B53B-9AFE9D7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Start core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26CC33B-94B2-4230-8B76-F4BCC81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</a:defRPr>
            </a:pPr>
            <a:r>
              <a:rPr sz="1875" b="0">
                <a:solidFill>
                  <a:srgbClr val="5F6670"/>
                </a:solidFill>
              </a:rPr>
              <a:t>Inflation is the transition point: the minimal bootstrap yields control to the diamond core processor.</a:t>
            </a:r>
          </a:p>
        </p:txBody>
      </p:sp>
    </p:spTree>
    <p:extLst>
      <p:ext uri="{BB962C8B-B14F-4D97-AF65-F5344CB8AC3E}">
        <p14:creationId xmlns:p14="http://schemas.microsoft.com/office/powerpoint/2010/main" val="2242205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9D8647-01CA-4124-8A3E-D5E46DBC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0D0A5E2-E868-4228-93A7-78BA5BA3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When content arrives, the server becomes a peer.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65971-3D0B-4636-AA71-699FE5EE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st A">
            <a:extLst xmlns:a="http://schemas.openxmlformats.org/drawingml/2006/main">
              <a:ext uri="{FF2B5EF4-FFF2-40B4-BE49-F238E27FC236}">
                <a16:creationId xmlns:a16="http://schemas.microsoft.com/office/drawing/2014/main" id="{B34D4662-C338-4F85-9904-3EB07BF1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0B0718-DEBA-4411-A710-D972A10A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Host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47EF1F-CDEB-44FA-AFB5-08C03BD5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publishing</a:t>
            </a:r>
          </a:p>
        </p:txBody>
      </p:sp>
      <p:sp>
        <p:nvSpPr>
          <p:cNvPr id="7" name="Host B">
            <a:extLst xmlns:a="http://schemas.openxmlformats.org/drawingml/2006/main">
              <a:ext uri="{FF2B5EF4-FFF2-40B4-BE49-F238E27FC236}">
                <a16:creationId xmlns:a16="http://schemas.microsoft.com/office/drawing/2014/main" id="{8DBFA80D-3CA2-4390-BC62-F9F87AB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A36AE9-90FE-4C1A-8138-CEB2F086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Host B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58DF4A-0DCC-4992-B24D-608F9CB7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337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in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9346E-79F2-4432-8295-9A53E039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514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B77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1DD37E-2AD7-4177-A073-49B1039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B77A"/>
                </a:solidFill>
              </a:defRPr>
            </a:pPr>
            <a:r>
              <a:rPr sz="1650" b="1">
                <a:solidFill>
                  <a:srgbClr val="37B77A"/>
                </a:solidFill>
              </a:rPr>
              <a:t>same signature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24A68E2-FB81-4FBE-A396-8F1990D9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B77A"/>
                </a:solidFill>
              </a:defRPr>
            </a:pPr>
            <a:r>
              <a:rPr sz="1650" b="1">
                <a:solidFill>
                  <a:srgbClr val="37B77A"/>
                </a:solidFill>
              </a:rPr>
              <a:t>same selected layer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688B7F-DB3A-4EA9-B70D-C341211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B77A"/>
                </a:solidFill>
              </a:defRPr>
            </a:pPr>
            <a:r>
              <a:rPr sz="1650" b="1">
                <a:solidFill>
                  <a:srgbClr val="37B77A"/>
                </a:solidFill>
              </a:rPr>
              <a:t>same runnable core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3EE59D2-BFB1-4FC3-B611-1A5E1690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53000"/>
            <a:ext cx="733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Replication does not copy an installation ritual. It reproduces a verified state.</a:t>
            </a:r>
          </a:p>
        </p:txBody>
      </p:sp>
    </p:spTree>
    <p:extLst>
      <p:ext uri="{BB962C8B-B14F-4D97-AF65-F5344CB8AC3E}">
        <p14:creationId xmlns:p14="http://schemas.microsoft.com/office/powerpoint/2010/main" val="2059937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B9ABDF-2568-46E2-97CC-0D3C5C3D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44189E-6E9A-447D-83A7-B9B3E39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 second host repeats the same apparatus.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0FBF2-547B-424F-B5F9-B1086E2A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Host A">
            <a:extLst xmlns:a="http://schemas.openxmlformats.org/drawingml/2006/main">
              <a:ext uri="{FF2B5EF4-FFF2-40B4-BE49-F238E27FC236}">
                <a16:creationId xmlns:a16="http://schemas.microsoft.com/office/drawing/2014/main" id="{6973FAC8-558E-421F-BD91-984D6F5D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8997C5-3051-4FED-941B-70BCCFA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Host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414AFB-176A-4A05-A950-C3CE67F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already serving</a:t>
            </a:r>
          </a:p>
        </p:txBody>
      </p:sp>
      <p:sp>
        <p:nvSpPr>
          <p:cNvPr id="7" name="Host B">
            <a:extLst xmlns:a="http://schemas.openxmlformats.org/drawingml/2006/main">
              <a:ext uri="{FF2B5EF4-FFF2-40B4-BE49-F238E27FC236}">
                <a16:creationId xmlns:a16="http://schemas.microsoft.com/office/drawing/2014/main" id="{638C4630-D68A-4F68-808A-BFBA75DF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282DD4-86C9-47FD-8EFC-4142435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19375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Host B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EF669A-6DCD-4D03-9DC6-99D972FD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90850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already serving</a:t>
            </a:r>
          </a:p>
        </p:txBody>
      </p:sp>
      <p:sp>
        <p:nvSpPr>
          <p:cNvPr id="10" name="Host C">
            <a:extLst xmlns:a="http://schemas.openxmlformats.org/drawingml/2006/main">
              <a:ext uri="{FF2B5EF4-FFF2-40B4-BE49-F238E27FC236}">
                <a16:creationId xmlns:a16="http://schemas.microsoft.com/office/drawing/2014/main" id="{667F1F5D-EBD2-4F3B-8329-F909E2A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28875"/>
            <a:ext cx="2143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F0EC65-D876-4B48-A38F-F37A2EE0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619375"/>
            <a:ext cx="1800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Host 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6D2B08-48D8-43A9-9DD2-83FC5DDC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90850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wants to 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29C20-7783-43EE-A304-5FBC2AB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67050"/>
            <a:ext cx="245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49AD2-DAA9-413D-9AFB-FDEE0915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2505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C46781A-1F42-455B-9F0F-6A63319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σ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A50707-4952-4028-B0EE-1FAAAE76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σ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03D374-32E2-4D97-AD22-615359B3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6725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F6670"/>
                </a:solidFill>
              </a:defRPr>
            </a:pPr>
            <a:r>
              <a:rPr sz="2025" b="0">
                <a:solidFill>
                  <a:srgbClr val="5F6670"/>
                </a:solidFill>
              </a:rPr>
              <a:t>The signature propagates intent; each receiver performs its own verified fetch and inflation.</a:t>
            </a:r>
          </a:p>
        </p:txBody>
      </p:sp>
    </p:spTree>
    <p:extLst>
      <p:ext uri="{BB962C8B-B14F-4D97-AF65-F5344CB8AC3E}">
        <p14:creationId xmlns:p14="http://schemas.microsoft.com/office/powerpoint/2010/main" val="1726038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0D8DD1-7DBE-4CA9-9CA7-851805E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TRY 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80C0C4-0DA1-4D59-9D73-5B013932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Choose the hive this node should publish.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5AEBA-4DC3-4FA5-8C7F-F48AE0CD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0A6628-BCEE-4C93-B890-57B239A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</a:defRPr>
            </a:pPr>
            <a:r>
              <a:rPr sz="1575" b="0">
                <a:solidFill>
                  <a:srgbClr val="5F6670"/>
                </a:solidFill>
              </a:rPr>
              <a:t>Each hive defines a deliberately minimal package. Click one to inspect what arrives.</a:t>
            </a:r>
          </a:p>
        </p:txBody>
      </p:sp>
      <p:sp>
        <p:nvSpPr>
          <p:cNvPr id="5" name="WEB HIVE">
            <a:extLst xmlns:a="http://schemas.openxmlformats.org/drawingml/2006/main">
              <a:ext uri="{FF2B5EF4-FFF2-40B4-BE49-F238E27FC236}">
                <a16:creationId xmlns:a16="http://schemas.microsoft.com/office/drawing/2014/main" id="{FC75D11B-A345-4FB8-A153-5FA6458B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9EBDCB-9B5A-4F60-BC7C-EE6BC4AA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0D6BE9-2DBC-4923-9143-8F8C66C7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71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  <a:hlinkClick xmlns:r="http://schemas.openxmlformats.org/officeDocument/2006/relationships" r:id="R10f0ae47013847c9" action="ppaction://hlinksldjump"/>
              </a:rPr>
              <a:t>WEB HIVE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96DCDF-189D-46EF-8018-5B03883F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site + edge runtime</a:t>
            </a:r>
          </a:p>
        </p:txBody>
      </p:sp>
      <p:sp>
        <p:nvSpPr>
          <p:cNvPr id="9" name="DATA HIVE">
            <a:extLst xmlns:a="http://schemas.openxmlformats.org/drawingml/2006/main">
              <a:ext uri="{FF2B5EF4-FFF2-40B4-BE49-F238E27FC236}">
                <a16:creationId xmlns:a16="http://schemas.microsoft.com/office/drawing/2014/main" id="{0F97C395-1EAE-4755-AA16-DAF6EFE2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A046034-1E2F-4087-A7C4-7EECE15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10B857-7256-42D2-ACFA-5FB9943D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  <a:hlinkClick xmlns:r="http://schemas.openxmlformats.org/officeDocument/2006/relationships" r:id="R02766b7bbe8b4c3a" action="ppaction://hlinksldjump"/>
              </a:rPr>
              <a:t>DATA HIVE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126C3D-AB48-4CDF-991C-0A898591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dataset + query core</a:t>
            </a:r>
          </a:p>
        </p:txBody>
      </p:sp>
      <p:sp>
        <p:nvSpPr>
          <p:cNvPr id="13" name="MEDIA HIVE">
            <a:extLst xmlns:a="http://schemas.openxmlformats.org/drawingml/2006/main">
              <a:ext uri="{FF2B5EF4-FFF2-40B4-BE49-F238E27FC236}">
                <a16:creationId xmlns:a16="http://schemas.microsoft.com/office/drawing/2014/main" id="{88AEB194-EB09-4578-B6AE-E90070B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42D1C1F-932E-4B2D-A7CC-70F7C72A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◇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940422-AAD9-417C-8A4D-78DF3C0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71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  <a:hlinkClick xmlns:r="http://schemas.openxmlformats.org/officeDocument/2006/relationships" r:id="R998da77dfdf4469e" action="ppaction://hlinksldjump"/>
              </a:rPr>
              <a:t>MEDIA HIVE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2221239-422F-4CAB-B202-9B50B29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</a:defRPr>
            </a:pPr>
            <a:r>
              <a:rPr sz="1200" b="0">
                <a:solidFill>
                  <a:srgbClr val="5F6670"/>
                </a:solidFill>
              </a:rPr>
              <a:t>assets + stream core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4D12A7A-FB73-492C-9B6D-E928666A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The node is the hive. Name it, include only what you intend to expose, then publish.</a:t>
            </a:r>
          </a:p>
        </p:txBody>
      </p:sp>
    </p:spTree>
    <p:extLst>
      <p:ext uri="{BB962C8B-B14F-4D97-AF65-F5344CB8AC3E}">
        <p14:creationId xmlns:p14="http://schemas.microsoft.com/office/powerpoint/2010/main" val="2158648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F82920-D2BD-4E7F-9A34-9C41F2E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SELECTED HIVE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4AF9AE6-13B6-4562-BAC6-DF7A46DD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WEB HIVE inflates only its declared package.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1D887-31CF-4813-A1E2-C9E9D49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E8CDE80-1A15-4D96-8787-496BD732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C8E535-4E8B-48B0-A15B-CF582C4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6DCBF4"/>
                </a:solidFill>
              </a:defRPr>
            </a:pPr>
            <a:r>
              <a:rPr sz="7050" b="1">
                <a:solidFill>
                  <a:srgbClr val="6DCBF4"/>
                </a:solidFill>
              </a:rPr>
              <a:t>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E51B63-5305-43B2-B633-99512FC4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WEB HIVE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11B7B0-C530-438B-87B2-E41E80D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Minimal package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E5AE69-DBD1-40AF-8DDA-E6896AF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878ECA-8CB2-4C64-94C3-AE882FF4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 site layer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90C9C0-2EAD-4AFF-AA98-FFF44BB7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20E054-D73A-4547-A837-D3AC4CF1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edge runtime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16A5397-7C7A-40D9-BAB0-64A30B4A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90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635BF6-2E60-45DC-8D0B-AF28FCA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routing manifest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94A7A6-07A7-4E2E-B74F-CD1785A6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0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  <a:hlinkClick xmlns:r="http://schemas.openxmlformats.org/officeDocument/2006/relationships" r:id="R9f29084c0f564492" action="ppaction://hlinksldjump"/>
              </a:rPr>
              <a:t>← Choose another hive</a:t>
            </a:r>
          </a:p>
        </p:txBody>
      </p:sp>
    </p:spTree>
    <p:extLst>
      <p:ext uri="{BB962C8B-B14F-4D97-AF65-F5344CB8AC3E}">
        <p14:creationId xmlns:p14="http://schemas.microsoft.com/office/powerpoint/2010/main" val="11418266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0FBEFD9-614A-44DC-8968-A4C7A978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SELECTED HIVE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7C36F0-C459-4275-ACAB-80AE3C1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DATA HIVE inflates only its declared package.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AEDE9-D5BE-4453-8ACB-8E77B13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12F3610-E0A1-4270-87E2-FA0A5539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FB9E40-5678-4CF0-BC32-549E3EF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6DCBF4"/>
                </a:solidFill>
              </a:defRPr>
            </a:pPr>
            <a:r>
              <a:rPr sz="7050" b="1">
                <a:solidFill>
                  <a:srgbClr val="6DCBF4"/>
                </a:solidFill>
              </a:rPr>
              <a:t>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270B50-4268-41EB-97F7-A744EF51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DATA HIVE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2A3123-6D6A-4D1C-8BE8-CB5A142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Minimal package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CDC1289-55B1-4B02-9C18-26E32C49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066478-7462-4FD8-B2FB-8BA0D3D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published dataset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CAC12A0-E2C2-44C9-AA0F-BEE8AB0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93A858-6747-4D67-A5B4-DA5F33E0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query processor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441CD2-0288-45F5-82BA-D673A30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90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7CEB77-8314-4892-BCB0-D0AD7B6D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access policy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EBCF84B-233E-4789-96E5-F4E44B25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0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  <a:hlinkClick xmlns:r="http://schemas.openxmlformats.org/officeDocument/2006/relationships" r:id="R942177dab5de4348" action="ppaction://hlinksldjump"/>
              </a:rPr>
              <a:t>← Choose another hive</a:t>
            </a:r>
          </a:p>
        </p:txBody>
      </p:sp>
    </p:spTree>
    <p:extLst>
      <p:ext uri="{BB962C8B-B14F-4D97-AF65-F5344CB8AC3E}">
        <p14:creationId xmlns:p14="http://schemas.microsoft.com/office/powerpoint/2010/main" val="11574190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98E6BD-8C54-4127-BDA8-5554C2F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SELECTED HIVE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D4BF49-73D4-4A93-9B28-A228BA6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MEDIA HIVE inflates only its declared package.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9FC65-1314-42B7-94DB-FB0DF1F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3CD4EC8-FA20-4E3A-9085-9209C360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61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BA2B9D-C29B-45A7-94BE-77EAED25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6DCBF4"/>
                </a:solidFill>
              </a:defRPr>
            </a:pPr>
            <a:r>
              <a:rPr sz="7050" b="1">
                <a:solidFill>
                  <a:srgbClr val="6DCBF4"/>
                </a:solidFill>
              </a:rPr>
              <a:t>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4BCDBA-3746-4EB5-8E28-54E60794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MEDIA HIVE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signature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441B54-43C9-45F8-8CB0-36E5BBE9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Minimal package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2D9B36-5959-48B4-8AB7-2497F3A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19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9078903-6C4D-4313-9259-E61F3801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selected assets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62F130-E49B-4477-93E9-3C395AF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051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9B94F2-A164-4505-927C-1B52C8C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stream processor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B804B3F-AD8A-487A-B3F0-EA24E51E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909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B77A"/>
                </a:solidFill>
              </a:defRPr>
            </a:pPr>
            <a:r>
              <a:rPr sz="1800" b="1">
                <a:solidFill>
                  <a:srgbClr val="37B77A"/>
                </a:solidFill>
              </a:rPr>
              <a:t>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1C6E96-232D-427B-8150-904BB02A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delivery manifest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FD8C334-02F6-4804-A62F-31EF172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0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  <a:hlinkClick xmlns:r="http://schemas.openxmlformats.org/officeDocument/2006/relationships" r:id="Rb7708ae6d6fe44b3" action="ppaction://hlinksldjump"/>
              </a:rPr>
              <a:t>← Choose another hive</a:t>
            </a:r>
          </a:p>
        </p:txBody>
      </p:sp>
    </p:spTree>
    <p:extLst>
      <p:ext uri="{BB962C8B-B14F-4D97-AF65-F5344CB8AC3E}">
        <p14:creationId xmlns:p14="http://schemas.microsoft.com/office/powerpoint/2010/main" val="9917965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D0FFEC2-2637-48C9-8233-C1415554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OUTCOME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64E0E8-001D-4FAF-8461-223282F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Publish a hive; replication becomes a signature-sized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A48B5-1ED1-42E7-AD2A-0700A01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BCC747-460C-4A09-AF2D-B413001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E1C844-C16A-45B5-BE52-9A1F791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383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Create a hive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72CFC3-17DB-4AFB-B3F9-F20EE1B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DC0D8E-A427-418D-9123-367FB83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33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Choose its contents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8C9453-6550-4A24-9C68-154A341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165F4B-812F-426A-B53A-116D0E7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Publish the signature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DA5CD49-5153-4A64-8540-56CC7E0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30FA363-1BC8-425A-9DEF-139194AD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σ → layer → core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925ED6-B7C3-4758-B6F6-BE9E519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Minimal bootstrap.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Verified arrival.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Seamless takeover.</a:t>
            </a:r>
          </a:p>
        </p:txBody>
      </p:sp>
    </p:spTree>
    <p:extLst>
      <p:ext uri="{BB962C8B-B14F-4D97-AF65-F5344CB8AC3E}">
        <p14:creationId xmlns:p14="http://schemas.microsoft.com/office/powerpoint/2010/main" val="274254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2026-08-30T18:52:16.0090000Z</dcterms:created>
  <dcterms:modified xsi:type="dcterms:W3CDTF">2026-08-30T18:52:16.0090000Z</dcterms:modified>
</coreProperties>
</file>